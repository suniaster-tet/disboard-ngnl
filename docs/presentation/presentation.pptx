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Presentación de Resultados Científicos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Disboard-NGNL · Suniaster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y Metas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